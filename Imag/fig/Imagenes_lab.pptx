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56"/>
    <p:restoredTop sz="94722"/>
  </p:normalViewPr>
  <p:slideViewPr>
    <p:cSldViewPr snapToGrid="0">
      <p:cViewPr varScale="1">
        <p:scale>
          <a:sx n="86" d="100"/>
          <a:sy n="86" d="100"/>
        </p:scale>
        <p:origin x="248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12/08/24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036380-166F-AE0E-1D58-B660FD424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51" y="0"/>
            <a:ext cx="8872322" cy="6496673"/>
          </a:xfrm>
          <a:prstGeom prst="rect">
            <a:avLst/>
          </a:prstGeom>
        </p:spPr>
      </p:pic>
      <p:sp>
        <p:nvSpPr>
          <p:cNvPr id="10" name="Right Brace 9">
            <a:extLst>
              <a:ext uri="{FF2B5EF4-FFF2-40B4-BE49-F238E27FC236}">
                <a16:creationId xmlns:a16="http://schemas.microsoft.com/office/drawing/2014/main" id="{7CC3EDD9-7C7B-6CD5-85B0-1B0F4A5B2795}"/>
              </a:ext>
            </a:extLst>
          </p:cNvPr>
          <p:cNvSpPr/>
          <p:nvPr/>
        </p:nvSpPr>
        <p:spPr>
          <a:xfrm rot="7165058">
            <a:off x="4008897" y="-643432"/>
            <a:ext cx="1124402" cy="8463360"/>
          </a:xfrm>
          <a:prstGeom prst="rightBrace">
            <a:avLst/>
          </a:prstGeom>
          <a:ln w="88900">
            <a:solidFill>
              <a:schemeClr val="accent2">
                <a:alpha val="9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9E4FAC4-9EF5-7EE3-B812-6027F059B01D}"/>
              </a:ext>
            </a:extLst>
          </p:cNvPr>
          <p:cNvSpPr/>
          <p:nvPr/>
        </p:nvSpPr>
        <p:spPr>
          <a:xfrm rot="1651586">
            <a:off x="4298581" y="1639714"/>
            <a:ext cx="918888" cy="1117846"/>
          </a:xfrm>
          <a:prstGeom prst="rightBrace">
            <a:avLst/>
          </a:prstGeom>
          <a:ln w="85725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CDB4-2363-D1F5-8287-9A3A82EEF0A9}"/>
              </a:ext>
            </a:extLst>
          </p:cNvPr>
          <p:cNvSpPr txBox="1"/>
          <p:nvPr/>
        </p:nvSpPr>
        <p:spPr>
          <a:xfrm>
            <a:off x="1588625" y="-8005"/>
            <a:ext cx="2041742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Calle 52 con 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BF2CB5-2660-2660-3807-81F1B7C74342}"/>
              </a:ext>
            </a:extLst>
          </p:cNvPr>
          <p:cNvSpPr txBox="1"/>
          <p:nvPr/>
        </p:nvSpPr>
        <p:spPr>
          <a:xfrm>
            <a:off x="2768160" y="4265458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|39 – 49| = 10 Carreras</a:t>
            </a:r>
          </a:p>
          <a:p>
            <a:r>
              <a:rPr lang="en-CO" dirty="0">
                <a:solidFill>
                  <a:srgbClr val="FF0000"/>
                </a:solidFill>
              </a:rPr>
              <a:t>(10x80 metros)  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BADCA5-67FC-713C-9381-2B985FA1F319}"/>
              </a:ext>
            </a:extLst>
          </p:cNvPr>
          <p:cNvSpPr txBox="1"/>
          <p:nvPr/>
        </p:nvSpPr>
        <p:spPr>
          <a:xfrm>
            <a:off x="8154445" y="5123304"/>
            <a:ext cx="1705627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Cr 39 con 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749713-7648-93C1-ECB2-5E480A626FFC}"/>
              </a:ext>
            </a:extLst>
          </p:cNvPr>
          <p:cNvSpPr txBox="1"/>
          <p:nvPr/>
        </p:nvSpPr>
        <p:spPr>
          <a:xfrm>
            <a:off x="5382369" y="1875471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|52 – 50| = 2 Calles</a:t>
            </a:r>
          </a:p>
          <a:p>
            <a:r>
              <a:rPr lang="en-CO" dirty="0">
                <a:solidFill>
                  <a:srgbClr val="FF0000"/>
                </a:solidFill>
              </a:rPr>
              <a:t>(2x80 metros)    </a:t>
            </a:r>
          </a:p>
        </p:txBody>
      </p:sp>
    </p:spTree>
    <p:extLst>
      <p:ext uri="{BB962C8B-B14F-4D97-AF65-F5344CB8AC3E}">
        <p14:creationId xmlns:p14="http://schemas.microsoft.com/office/powerpoint/2010/main" val="437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55.7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9.5cm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09D13-C87E-6DD4-C95E-EB72DEFC6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 err="1"/>
              <a:t>dif_altura_abs</a:t>
            </a:r>
            <a:r>
              <a:rPr lang="en-US" sz="3600" dirty="0"/>
              <a:t> = </a:t>
            </a:r>
            <a:r>
              <a:rPr lang="en-US" sz="3600" dirty="0">
                <a:solidFill>
                  <a:srgbClr val="FF0000"/>
                </a:solidFill>
              </a:rPr>
              <a:t>abs</a:t>
            </a:r>
            <a:r>
              <a:rPr lang="en-US" sz="3600" dirty="0"/>
              <a:t> ( </a:t>
            </a:r>
            <a:r>
              <a:rPr lang="en-US" sz="3600" dirty="0" err="1">
                <a:solidFill>
                  <a:schemeClr val="accent1"/>
                </a:solidFill>
              </a:rPr>
              <a:t>altura</a:t>
            </a:r>
            <a:r>
              <a:rPr lang="en-US" sz="3600" dirty="0"/>
              <a:t> -  </a:t>
            </a:r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1.688</a:t>
            </a:r>
            <a:r>
              <a:rPr lang="en-US" sz="3600" dirty="0"/>
              <a:t>)</a:t>
            </a:r>
            <a:endParaRPr lang="en-CO" sz="36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885537E-933C-7F14-9469-7C5BFCE2F1D4}"/>
              </a:ext>
            </a:extLst>
          </p:cNvPr>
          <p:cNvGrpSpPr/>
          <p:nvPr/>
        </p:nvGrpSpPr>
        <p:grpSpPr>
          <a:xfrm>
            <a:off x="1023706" y="922382"/>
            <a:ext cx="8241101" cy="3537212"/>
            <a:chOff x="1023706" y="922382"/>
            <a:chExt cx="8241101" cy="353721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CA3CA87F-1AEF-ABE4-D948-E3D659494178}"/>
                </a:ext>
              </a:extLst>
            </p:cNvPr>
            <p:cNvSpPr/>
            <p:nvPr/>
          </p:nvSpPr>
          <p:spPr>
            <a:xfrm rot="5400000">
              <a:off x="6136838" y="1287917"/>
              <a:ext cx="468535" cy="2631600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 dirty="0"/>
            </a:p>
          </p:txBody>
        </p:sp>
        <p:sp>
          <p:nvSpPr>
            <p:cNvPr id="5" name="Content Placeholder 2">
              <a:extLst>
                <a:ext uri="{FF2B5EF4-FFF2-40B4-BE49-F238E27FC236}">
                  <a16:creationId xmlns:a16="http://schemas.microsoft.com/office/drawing/2014/main" id="{ACF0832B-18C6-55A3-13C8-9148F028AE27}"/>
                </a:ext>
              </a:extLst>
            </p:cNvPr>
            <p:cNvSpPr txBox="1">
              <a:spLocks/>
            </p:cNvSpPr>
            <p:nvPr/>
          </p:nvSpPr>
          <p:spPr>
            <a:xfrm>
              <a:off x="2765503" y="2910468"/>
              <a:ext cx="4783873" cy="70252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CO" dirty="0"/>
            </a:p>
          </p:txBody>
        </p:sp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D5E8BF78-3655-D043-3679-967256700AF3}"/>
                </a:ext>
              </a:extLst>
            </p:cNvPr>
            <p:cNvSpPr txBox="1">
              <a:spLocks/>
            </p:cNvSpPr>
            <p:nvPr/>
          </p:nvSpPr>
          <p:spPr>
            <a:xfrm>
              <a:off x="4716268" y="2854711"/>
              <a:ext cx="402326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Arithmetic expression: </a:t>
              </a:r>
              <a:r>
                <a:rPr lang="en-US" sz="1800" dirty="0"/>
                <a:t>El valor es -0.388</a:t>
              </a:r>
              <a:endParaRPr lang="en-CO" sz="1800" dirty="0"/>
            </a:p>
          </p:txBody>
        </p:sp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E0B9BFC1-E4EF-9311-6ADC-BE13DB79C60E}"/>
                </a:ext>
              </a:extLst>
            </p:cNvPr>
            <p:cNvSpPr txBox="1">
              <a:spLocks/>
            </p:cNvSpPr>
            <p:nvPr/>
          </p:nvSpPr>
          <p:spPr>
            <a:xfrm>
              <a:off x="4071076" y="922382"/>
              <a:ext cx="2536905" cy="38870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Name expression: </a:t>
              </a:r>
              <a:r>
                <a:rPr lang="en-US" sz="1800" dirty="0"/>
                <a:t>valor</a:t>
              </a: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en-US" sz="1800" i="1" dirty="0"/>
                <a:t>1.3</a:t>
              </a:r>
              <a:r>
                <a:rPr lang="en-US" sz="1800" dirty="0"/>
                <a:t>, se </a:t>
              </a:r>
              <a:r>
                <a:rPr lang="en-US" sz="1800" dirty="0" err="1"/>
                <a:t>asigno</a:t>
              </a:r>
              <a:r>
                <a:rPr lang="en-US" sz="1800" dirty="0"/>
                <a:t> </a:t>
              </a:r>
              <a:r>
                <a:rPr lang="en-US" sz="1800" dirty="0" err="1"/>
                <a:t>en</a:t>
              </a:r>
              <a:r>
                <a:rPr lang="en-US" sz="1800" dirty="0"/>
                <a:t> </a:t>
              </a:r>
              <a:r>
                <a:rPr lang="en-US" sz="1800" dirty="0" err="1"/>
                <a:t>una</a:t>
              </a:r>
              <a:r>
                <a:rPr lang="en-US" sz="1800" dirty="0"/>
                <a:t> </a:t>
              </a:r>
              <a:r>
                <a:rPr lang="en-US" sz="1800" dirty="0" err="1"/>
                <a:t>celda</a:t>
              </a:r>
              <a:r>
                <a:rPr lang="en-US" sz="1800" dirty="0"/>
                <a:t> previa.</a:t>
              </a:r>
              <a:endParaRPr lang="en-CO" sz="1800" dirty="0"/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13AB3958-9680-D74A-AB8E-8F964344CC7C}"/>
                </a:ext>
              </a:extLst>
            </p:cNvPr>
            <p:cNvSpPr/>
            <p:nvPr/>
          </p:nvSpPr>
          <p:spPr>
            <a:xfrm rot="16200000">
              <a:off x="5316347" y="1305634"/>
              <a:ext cx="295503" cy="817757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812C2F2D-0D80-3265-B147-2DBAF782BDFE}"/>
                </a:ext>
              </a:extLst>
            </p:cNvPr>
            <p:cNvSpPr txBox="1">
              <a:spLocks/>
            </p:cNvSpPr>
            <p:nvPr/>
          </p:nvSpPr>
          <p:spPr>
            <a:xfrm>
              <a:off x="6727902" y="1004624"/>
              <a:ext cx="2536905" cy="45361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Number expression value </a:t>
              </a:r>
              <a:r>
                <a:rPr lang="en-US" sz="1800" dirty="0"/>
                <a:t>valor</a:t>
              </a: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en-US" sz="1800" i="1" dirty="0"/>
                <a:t>1.688.</a:t>
              </a:r>
              <a:endParaRPr lang="en-CO" sz="1800" dirty="0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235282A-5B49-265A-48B2-2BF18107F93F}"/>
                </a:ext>
              </a:extLst>
            </p:cNvPr>
            <p:cNvSpPr/>
            <p:nvPr/>
          </p:nvSpPr>
          <p:spPr>
            <a:xfrm rot="16200000">
              <a:off x="6989029" y="1283337"/>
              <a:ext cx="295503" cy="817757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481149D2-8D28-D335-62F2-9A20119590BA}"/>
                </a:ext>
              </a:extLst>
            </p:cNvPr>
            <p:cNvSpPr txBox="1">
              <a:spLocks/>
            </p:cNvSpPr>
            <p:nvPr/>
          </p:nvSpPr>
          <p:spPr>
            <a:xfrm>
              <a:off x="1913595" y="2798468"/>
              <a:ext cx="402326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Name expression: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 err="1"/>
                <a:t>función</a:t>
              </a:r>
              <a:r>
                <a:rPr lang="en-US" sz="1800" dirty="0"/>
                <a:t> valor </a:t>
              </a:r>
              <a:r>
                <a:rPr lang="en-US" sz="1800" dirty="0" err="1"/>
                <a:t>absoluto</a:t>
              </a:r>
              <a:endParaRPr lang="en-CO" sz="180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4C14863-BD5B-2D6F-6E89-84D3A1A8AE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01122" y="2369449"/>
              <a:ext cx="1048215" cy="44505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3EB80991-15A0-3770-FB3D-0DF011B24B20}"/>
                </a:ext>
              </a:extLst>
            </p:cNvPr>
            <p:cNvSpPr/>
            <p:nvPr/>
          </p:nvSpPr>
          <p:spPr>
            <a:xfrm rot="5400000">
              <a:off x="4218398" y="239793"/>
              <a:ext cx="459673" cy="6849058"/>
            </a:xfrm>
            <a:prstGeom prst="rightBrace">
              <a:avLst/>
            </a:prstGeom>
            <a:ln w="317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 dirty="0"/>
            </a:p>
          </p:txBody>
        </p:sp>
        <p:sp>
          <p:nvSpPr>
            <p:cNvPr id="18" name="Content Placeholder 2">
              <a:extLst>
                <a:ext uri="{FF2B5EF4-FFF2-40B4-BE49-F238E27FC236}">
                  <a16:creationId xmlns:a16="http://schemas.microsoft.com/office/drawing/2014/main" id="{1AAD2800-A1B6-EE76-7B24-88EFFB5152C5}"/>
                </a:ext>
              </a:extLst>
            </p:cNvPr>
            <p:cNvSpPr txBox="1">
              <a:spLocks/>
            </p:cNvSpPr>
            <p:nvPr/>
          </p:nvSpPr>
          <p:spPr>
            <a:xfrm>
              <a:off x="1106989" y="3909804"/>
              <a:ext cx="8157818" cy="54979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i="1" dirty="0">
                  <a:solidFill>
                    <a:schemeClr val="accent2">
                      <a:lumMod val="75000"/>
                    </a:schemeClr>
                  </a:solidFill>
                </a:rPr>
                <a:t>Assignment statement, </a:t>
              </a:r>
              <a:r>
                <a:rPr lang="en-US" sz="1800" dirty="0"/>
                <a:t>no </a:t>
              </a:r>
              <a:r>
                <a:rPr lang="en-US" sz="1800" dirty="0" err="1"/>
                <a:t>tiene</a:t>
              </a:r>
              <a:r>
                <a:rPr lang="en-US" sz="1800" dirty="0"/>
                <a:t> valor, La variable </a:t>
              </a:r>
              <a:r>
                <a:rPr lang="en-US" sz="1800" dirty="0" err="1">
                  <a:solidFill>
                    <a:schemeClr val="accent6">
                      <a:lumMod val="75000"/>
                    </a:schemeClr>
                  </a:solidFill>
                </a:rPr>
                <a:t>dif_altura_abs</a:t>
              </a:r>
              <a:r>
                <a:rPr lang="en-US" sz="1800" dirty="0">
                  <a:solidFill>
                    <a:schemeClr val="accent6">
                      <a:lumMod val="75000"/>
                    </a:schemeClr>
                  </a:solidFill>
                </a:rPr>
                <a:t> </a:t>
              </a:r>
              <a:r>
                <a:rPr lang="en-US" sz="1800" dirty="0" err="1"/>
                <a:t>tiene</a:t>
              </a:r>
              <a:r>
                <a:rPr lang="en-US" sz="1800" dirty="0"/>
                <a:t> </a:t>
              </a:r>
              <a:r>
                <a:rPr lang="en-US" sz="1800" dirty="0" err="1"/>
                <a:t>el</a:t>
              </a:r>
              <a:r>
                <a:rPr lang="en-US" sz="1800" dirty="0"/>
                <a:t> valor de 0.388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3341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102</Words>
  <Application>Microsoft Macintosh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7</cp:revision>
  <dcterms:created xsi:type="dcterms:W3CDTF">2024-08-06T15:54:45Z</dcterms:created>
  <dcterms:modified xsi:type="dcterms:W3CDTF">2024-08-12T14:14:59Z</dcterms:modified>
</cp:coreProperties>
</file>