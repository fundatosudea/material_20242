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647"/>
    <p:restoredTop sz="94694"/>
  </p:normalViewPr>
  <p:slideViewPr>
    <p:cSldViewPr snapToGrid="0">
      <p:cViewPr varScale="1">
        <p:scale>
          <a:sx n="102" d="100"/>
          <a:sy n="102" d="100"/>
        </p:scale>
        <p:origin x="192" y="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82D85-D3AD-DC95-F363-9613DB49CD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566578-1401-42B3-0E85-883FE25396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F25D79-6DA0-6CF4-FF36-775388E1F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228C26-DA37-01F5-B5AF-D83B5D436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C59E0C-A58B-B778-1F9B-C9C1E02A6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18783044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5AAC3-E2E0-4E52-DE20-628D7453C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1FC3ED-FDF6-685E-6EF8-6C44CCC91C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D7B786-FB7C-8C09-7F54-867537026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F5031A-4737-9C3F-D143-C832867D4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40A3C1-53A0-B3A7-48B0-0FCBE007A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37882164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24832-8ED8-599F-E2D4-91A201B34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7BA349-9AF7-07B7-C266-E12329E657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56EA84-2644-BC1A-2467-94AAD3277C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62B67B-A37F-3024-26BC-78F166772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51A1F2-AA5E-310D-2A0E-F5BD8F02C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29006596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5F350B-7AEF-AA60-BF0B-337236FCD9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18A65B-C743-D6DE-EF13-08F6DF47B2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7D3CC8-2838-6034-7594-1D6845B4B5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ADCBB8-E0AF-B95E-C11F-56E1C4FED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C0202E-F454-7C78-89C4-71BD70C2C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E5FFCD-3BE3-F104-B4F2-E1358EEFF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1361531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BE1AC-14F1-C8C4-C1AE-02B185D36E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6AC592-8D61-C0BC-618F-4B6108A9B6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7462AC-8F89-6055-B012-91A90B48F8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A760F98-190C-FA23-537E-9312F68C0B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2D23CC-E8CE-749D-55DC-DB919385F5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EDDC61-3A01-5BAF-6532-647A111980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EABEA3-2D13-1859-44EA-01E5A71AD8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BDDCBB-BCDF-A96F-E7D7-3D242CB1C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41651776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32B3D-DA0B-2DDD-56E8-044F72274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12E89A-06D8-3422-50E8-166B815B07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2AF597-3450-29BC-AB3D-F335EDAB00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C89F0C-E47C-AF43-CA09-3A966470E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11926791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F78061-2CB4-6944-B8D2-1EEF943A7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5B58ACB-ED61-F419-48F2-D004305B2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DB2BF3-BA30-3A23-6D87-47D8E5563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25768664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594128-A598-0C06-99F7-29C7BAC7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70DEA0-D24D-9659-814E-FCCEED4F54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B7B6D7-D010-E685-F208-400D4835F8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10940E-B498-7BB9-BB7F-56E437A94D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AB00BD-C231-7061-7B0D-C68EBC581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AF56B4-A84E-1C86-DADF-029974505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37240337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13340-8EEB-2C3B-93A5-96709874E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2E01D04-6E31-169E-28FC-EB2FD05F73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9E2490-15AA-9809-D487-15423B5BCA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F736DF-3C61-2B94-A456-96FC5A259F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AFE564-EC0E-C722-981D-BE2648382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1FF39-A20A-D98F-FDA1-49148F9AF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35019838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FD5C7D-B58A-938E-1217-6BAA0634D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A13C9-E98B-8F7F-AD29-63E8EEB6D8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2D90D1-B40C-0FD2-0712-4555C4FCA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E3227E-40E0-388B-5579-A366E16474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CFE11B-5FC8-5B7F-17D9-CE0AE7D1B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10376059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9159B4-388F-A465-F642-F2CAC0FA1A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64704B-7233-96A5-1C0F-40C0B857D1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A7105-12C8-A285-9EED-EA93FBFAB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7EE930-E385-C541-71BE-03EE181FEA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BE1B7D-E56B-C1F6-AB53-C423C04DE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22988448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1E5736D-EE6B-7BDB-F74C-16C213B4D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3E0F5B-7618-E504-A69A-5F629708AA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3997FB-6951-9CB5-30FC-43AB127608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4EED4D-B5BC-D69B-56B5-B7A86088D1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9145B8-E975-F081-D2D5-54E9A8D7B5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31441966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AD4237FB-6726-5DC6-495E-281AAE4BB615}"/>
              </a:ext>
            </a:extLst>
          </p:cNvPr>
          <p:cNvGrpSpPr/>
          <p:nvPr/>
        </p:nvGrpSpPr>
        <p:grpSpPr>
          <a:xfrm>
            <a:off x="3106454" y="2191483"/>
            <a:ext cx="6220025" cy="2141623"/>
            <a:chOff x="3106454" y="2191483"/>
            <a:chExt cx="6220025" cy="2141623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AD3FA5F4-8802-5436-1B32-656AF6C4B30F}"/>
                </a:ext>
              </a:extLst>
            </p:cNvPr>
            <p:cNvCxnSpPr/>
            <p:nvPr/>
          </p:nvCxnSpPr>
          <p:spPr>
            <a:xfrm>
              <a:off x="3106454" y="3429000"/>
              <a:ext cx="6084000" cy="0"/>
            </a:xfrm>
            <a:prstGeom prst="straightConnector1">
              <a:avLst/>
            </a:prstGeom>
            <a:ln w="69850"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7D4D6B5-53E0-246D-B4F3-6B6677122CF4}"/>
                </a:ext>
              </a:extLst>
            </p:cNvPr>
            <p:cNvCxnSpPr/>
            <p:nvPr/>
          </p:nvCxnSpPr>
          <p:spPr>
            <a:xfrm>
              <a:off x="3895595" y="3144033"/>
              <a:ext cx="0" cy="638827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62EBF11-A200-6DF8-47A5-9D55A3188748}"/>
                </a:ext>
              </a:extLst>
            </p:cNvPr>
            <p:cNvCxnSpPr/>
            <p:nvPr/>
          </p:nvCxnSpPr>
          <p:spPr>
            <a:xfrm>
              <a:off x="6778669" y="3144033"/>
              <a:ext cx="0" cy="638827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5DBB109-733E-5636-B082-6021A055DBCF}"/>
                </a:ext>
              </a:extLst>
            </p:cNvPr>
            <p:cNvCxnSpPr/>
            <p:nvPr/>
          </p:nvCxnSpPr>
          <p:spPr>
            <a:xfrm>
              <a:off x="7432110" y="3109586"/>
              <a:ext cx="0" cy="638827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0F558DB-71C5-76AD-AAB6-761FEF6DEDC1}"/>
                </a:ext>
              </a:extLst>
            </p:cNvPr>
            <p:cNvSpPr txBox="1"/>
            <p:nvPr/>
          </p:nvSpPr>
          <p:spPr>
            <a:xfrm>
              <a:off x="3725516" y="3871441"/>
              <a:ext cx="3401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O" sz="2400" b="1" dirty="0"/>
                <a:t>0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06E64D7-C06D-A56E-268F-0850A3F4757A}"/>
                </a:ext>
              </a:extLst>
            </p:cNvPr>
            <p:cNvSpPr txBox="1"/>
            <p:nvPr/>
          </p:nvSpPr>
          <p:spPr>
            <a:xfrm>
              <a:off x="6412222" y="3847287"/>
              <a:ext cx="7328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O" sz="2400" b="1" dirty="0"/>
                <a:t>46.2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FFB130B-8394-FE63-6846-2D67539D1451}"/>
                </a:ext>
              </a:extLst>
            </p:cNvPr>
            <p:cNvSpPr txBox="1"/>
            <p:nvPr/>
          </p:nvSpPr>
          <p:spPr>
            <a:xfrm>
              <a:off x="7195219" y="3846389"/>
              <a:ext cx="7328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O" sz="2400" b="1" dirty="0"/>
                <a:t>55.7</a:t>
              </a:r>
            </a:p>
          </p:txBody>
        </p:sp>
        <p:sp>
          <p:nvSpPr>
            <p:cNvPr id="13" name="Left Brace 12">
              <a:extLst>
                <a:ext uri="{FF2B5EF4-FFF2-40B4-BE49-F238E27FC236}">
                  <a16:creationId xmlns:a16="http://schemas.microsoft.com/office/drawing/2014/main" id="{8B23D9FE-94F7-B3C4-584B-8FFEE3336F10}"/>
                </a:ext>
              </a:extLst>
            </p:cNvPr>
            <p:cNvSpPr/>
            <p:nvPr/>
          </p:nvSpPr>
          <p:spPr>
            <a:xfrm rot="5400000">
              <a:off x="6909798" y="2420410"/>
              <a:ext cx="377922" cy="666701"/>
            </a:xfrm>
            <a:prstGeom prst="leftBrac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O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09A4D89-F527-C886-DA55-B9C240B12572}"/>
                </a:ext>
              </a:extLst>
            </p:cNvPr>
            <p:cNvSpPr txBox="1"/>
            <p:nvPr/>
          </p:nvSpPr>
          <p:spPr>
            <a:xfrm>
              <a:off x="6624911" y="2191483"/>
              <a:ext cx="94769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O" sz="2400" dirty="0"/>
                <a:t>9.5cm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CF3FB89-2C3C-161A-6E72-E85680BCC125}"/>
                </a:ext>
              </a:extLst>
            </p:cNvPr>
            <p:cNvSpPr txBox="1"/>
            <p:nvPr/>
          </p:nvSpPr>
          <p:spPr>
            <a:xfrm>
              <a:off x="8766710" y="3430897"/>
              <a:ext cx="55976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O" sz="2400" dirty="0"/>
                <a:t>cm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89379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B86F1482-FF04-0452-7C2F-4B099BFBBF8B}"/>
              </a:ext>
            </a:extLst>
          </p:cNvPr>
          <p:cNvGrpSpPr/>
          <p:nvPr/>
        </p:nvGrpSpPr>
        <p:grpSpPr>
          <a:xfrm>
            <a:off x="339418" y="-8005"/>
            <a:ext cx="9520655" cy="6504678"/>
            <a:chOff x="339418" y="-8005"/>
            <a:chExt cx="9520655" cy="650467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94036380-166F-AE0E-1D58-B660FD4246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87751" y="0"/>
              <a:ext cx="8872322" cy="6496673"/>
            </a:xfrm>
            <a:prstGeom prst="rect">
              <a:avLst/>
            </a:prstGeom>
          </p:spPr>
        </p:pic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CC3EDD9-7C7B-6CD5-85B0-1B0F4A5B2795}"/>
                </a:ext>
              </a:extLst>
            </p:cNvPr>
            <p:cNvSpPr/>
            <p:nvPr/>
          </p:nvSpPr>
          <p:spPr>
            <a:xfrm rot="7165058">
              <a:off x="4008897" y="-643432"/>
              <a:ext cx="1124402" cy="8463360"/>
            </a:xfrm>
            <a:prstGeom prst="rightBrace">
              <a:avLst/>
            </a:prstGeom>
            <a:ln w="88900">
              <a:solidFill>
                <a:schemeClr val="accent2">
                  <a:alpha val="95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O" dirty="0"/>
            </a:p>
          </p:txBody>
        </p:sp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B9E4FAC4-9EF5-7EE3-B812-6027F059B01D}"/>
                </a:ext>
              </a:extLst>
            </p:cNvPr>
            <p:cNvSpPr/>
            <p:nvPr/>
          </p:nvSpPr>
          <p:spPr>
            <a:xfrm rot="1651586">
              <a:off x="4298581" y="1639714"/>
              <a:ext cx="918888" cy="1117846"/>
            </a:xfrm>
            <a:prstGeom prst="rightBrace">
              <a:avLst/>
            </a:prstGeom>
            <a:ln w="85725">
              <a:solidFill>
                <a:schemeClr val="accent2"/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O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30FCDB4-2363-D1F5-8287-9A3A82EEF0A9}"/>
                </a:ext>
              </a:extLst>
            </p:cNvPr>
            <p:cNvSpPr txBox="1"/>
            <p:nvPr/>
          </p:nvSpPr>
          <p:spPr>
            <a:xfrm>
              <a:off x="1588625" y="-8005"/>
              <a:ext cx="2041742" cy="369332"/>
            </a:xfrm>
            <a:prstGeom prst="rect">
              <a:avLst/>
            </a:prstGeom>
            <a:solidFill>
              <a:schemeClr val="bg1">
                <a:alpha val="78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CO" dirty="0">
                  <a:solidFill>
                    <a:srgbClr val="FF0000"/>
                  </a:solidFill>
                </a:rPr>
                <a:t>Calle 52 con 49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6BF2CB5-2660-2660-3807-81F1B7C74342}"/>
                </a:ext>
              </a:extLst>
            </p:cNvPr>
            <p:cNvSpPr txBox="1"/>
            <p:nvPr/>
          </p:nvSpPr>
          <p:spPr>
            <a:xfrm>
              <a:off x="2768160" y="4265458"/>
              <a:ext cx="2542876" cy="646331"/>
            </a:xfrm>
            <a:prstGeom prst="rect">
              <a:avLst/>
            </a:prstGeom>
            <a:solidFill>
              <a:schemeClr val="bg1">
                <a:alpha val="78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CO" dirty="0">
                  <a:solidFill>
                    <a:srgbClr val="FF0000"/>
                  </a:solidFill>
                </a:rPr>
                <a:t>|39 – 49| = 10 Carreras</a:t>
              </a:r>
            </a:p>
            <a:p>
              <a:r>
                <a:rPr lang="en-CO" dirty="0">
                  <a:solidFill>
                    <a:srgbClr val="FF0000"/>
                  </a:solidFill>
                </a:rPr>
                <a:t>(10x80 metros)    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5BADCA5-67FC-713C-9381-2B985FA1F319}"/>
                </a:ext>
              </a:extLst>
            </p:cNvPr>
            <p:cNvSpPr txBox="1"/>
            <p:nvPr/>
          </p:nvSpPr>
          <p:spPr>
            <a:xfrm>
              <a:off x="8154445" y="5123304"/>
              <a:ext cx="1705627" cy="369332"/>
            </a:xfrm>
            <a:prstGeom prst="rect">
              <a:avLst/>
            </a:prstGeom>
            <a:solidFill>
              <a:schemeClr val="bg1">
                <a:alpha val="78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CO" dirty="0">
                  <a:solidFill>
                    <a:srgbClr val="FF0000"/>
                  </a:solidFill>
                </a:rPr>
                <a:t>Cr 39 con 50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F749713-7648-93C1-ECB2-5E480A626FFC}"/>
                </a:ext>
              </a:extLst>
            </p:cNvPr>
            <p:cNvSpPr txBox="1"/>
            <p:nvPr/>
          </p:nvSpPr>
          <p:spPr>
            <a:xfrm>
              <a:off x="5382369" y="1875471"/>
              <a:ext cx="2542876" cy="646331"/>
            </a:xfrm>
            <a:prstGeom prst="rect">
              <a:avLst/>
            </a:prstGeom>
            <a:solidFill>
              <a:schemeClr val="bg1">
                <a:alpha val="78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CO" dirty="0">
                  <a:solidFill>
                    <a:srgbClr val="FF0000"/>
                  </a:solidFill>
                </a:rPr>
                <a:t>|52 – 50| = 2 Calles</a:t>
              </a:r>
            </a:p>
            <a:p>
              <a:r>
                <a:rPr lang="en-CO" dirty="0">
                  <a:solidFill>
                    <a:srgbClr val="FF0000"/>
                  </a:solidFill>
                </a:rPr>
                <a:t>(2x80 metros)   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37334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263</TotalTime>
  <Words>37</Words>
  <Application>Microsoft Macintosh PowerPoint</Application>
  <PresentationFormat>Widescreen</PresentationFormat>
  <Paragraphs>11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HERNAN DAVID SALINAS JIMENEZ</dc:creator>
  <cp:lastModifiedBy>HERNAN DAVID SALINAS JIMENEZ</cp:lastModifiedBy>
  <cp:revision>4</cp:revision>
  <dcterms:created xsi:type="dcterms:W3CDTF">2024-08-06T15:54:45Z</dcterms:created>
  <dcterms:modified xsi:type="dcterms:W3CDTF">2024-08-06T20:18:43Z</dcterms:modified>
</cp:coreProperties>
</file>