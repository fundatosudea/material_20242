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2D85-D3AD-DC95-F363-9613DB49C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66578-1401-42B3-0E85-883FE2539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5D79-6DA0-6CF4-FF36-775388E1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28C26-DA37-01F5-B5AF-D83B5D43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59E0C-A58B-B778-1F9B-C9C1E02A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7830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AAC3-E2E0-4E52-DE20-628D7453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FC3ED-FDF6-685E-6EF8-6C44CCC91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7B786-FB7C-8C09-7F54-86753702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031A-4737-9C3F-D143-C832867D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0A3C1-53A0-B3A7-48B0-0FCBE007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8821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4832-8ED8-599F-E2D4-91A201B3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BA349-9AF7-07B7-C266-E12329E65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EA84-2644-BC1A-2467-94AAD327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B67B-A37F-3024-26BC-78F16677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A1F2-AA5E-310D-2A0E-F5BD8F02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0065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350B-7AEF-AA60-BF0B-337236FC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A65B-C743-D6DE-EF13-08F6DF47B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D3CC8-2838-6034-7594-1D6845B4B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DCBB8-E0AF-B95E-C11F-56E1C4FE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0202E-F454-7C78-89C4-71BD70C2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5FFCD-3BE3-F104-B4F2-E1358EEF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6153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BE1AC-14F1-C8C4-C1AE-02B185D3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AC592-8D61-C0BC-618F-4B6108A9B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462AC-8F89-6055-B012-91A90B48F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60F98-190C-FA23-537E-9312F68C0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D23CC-E8CE-749D-55DC-DB919385F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DDC61-3A01-5BAF-6532-647A1119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ABEA3-2D13-1859-44EA-01E5A71AD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BDDCBB-BCDF-A96F-E7D7-3D242CB1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6517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2B3D-DA0B-2DDD-56E8-044F7227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2E89A-06D8-3422-50E8-166B815B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AF597-3450-29BC-AB3D-F335EDAB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89F0C-E47C-AF43-CA09-3A966470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19267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78061-2CB4-6944-B8D2-1EEF943A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58ACB-ED61-F419-48F2-D004305B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B2BF3-BA30-3A23-6D87-47D8E556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768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4128-A598-0C06-99F7-29C7BAC7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DEA0-D24D-9659-814E-FCCEED4F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7B6D7-D010-E685-F208-400D4835F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0940E-B498-7BB9-BB7F-56E437A9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B00BD-C231-7061-7B0D-C68EBC58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F56B4-A84E-1C86-DADF-02997450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2403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3340-8EEB-2C3B-93A5-96709874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01D04-6E31-169E-28FC-EB2FD05F7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E2490-15AA-9809-D487-15423B5BC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736DF-3C61-2B94-A456-96FC5A25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FE564-EC0E-C722-981D-BE264838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1FF39-A20A-D98F-FDA1-49148F9A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50198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5C7D-B58A-938E-1217-6BAA0634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A13C9-E98B-8F7F-AD29-63E8EEB6D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90D1-B40C-0FD2-0712-4555C4FC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227E-40E0-388B-5579-A366E164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FE11B-5FC8-5B7F-17D9-CE0AE7D1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3760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159B4-388F-A465-F642-F2CAC0FA1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4704B-7233-96A5-1C0F-40C0B857D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A7105-12C8-A285-9EED-EA93FBFA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E930-E385-C541-71BE-03EE181F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1B7D-E56B-C1F6-AB53-C423C04D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9884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5736D-EE6B-7BDB-F74C-16C213B4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E0F5B-7618-E504-A69A-5F629708A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997FB-6951-9CB5-30FC-43AB1276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EF20D-9ED0-7A4D-BB0D-F82659A8989D}" type="datetimeFigureOut">
              <a:rPr lang="en-CO" smtClean="0"/>
              <a:t>6/08/24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ED4D-B5BC-D69B-56B5-B7A86088D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45B8-E975-F081-D2D5-54E9A8D7B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4419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D4237FB-6726-5DC6-495E-281AAE4BB615}"/>
              </a:ext>
            </a:extLst>
          </p:cNvPr>
          <p:cNvGrpSpPr/>
          <p:nvPr/>
        </p:nvGrpSpPr>
        <p:grpSpPr>
          <a:xfrm>
            <a:off x="3106454" y="2191483"/>
            <a:ext cx="6220025" cy="2141623"/>
            <a:chOff x="3106454" y="2191483"/>
            <a:chExt cx="6220025" cy="214162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D3FA5F4-8802-5436-1B32-656AF6C4B30F}"/>
                </a:ext>
              </a:extLst>
            </p:cNvPr>
            <p:cNvCxnSpPr/>
            <p:nvPr/>
          </p:nvCxnSpPr>
          <p:spPr>
            <a:xfrm>
              <a:off x="3106454" y="3429000"/>
              <a:ext cx="6084000" cy="0"/>
            </a:xfrm>
            <a:prstGeom prst="straightConnector1">
              <a:avLst/>
            </a:prstGeom>
            <a:ln w="698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7D4D6B5-53E0-246D-B4F3-6B6677122CF4}"/>
                </a:ext>
              </a:extLst>
            </p:cNvPr>
            <p:cNvCxnSpPr/>
            <p:nvPr/>
          </p:nvCxnSpPr>
          <p:spPr>
            <a:xfrm>
              <a:off x="3895595" y="3144033"/>
              <a:ext cx="0" cy="6388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2EBF11-A200-6DF8-47A5-9D55A3188748}"/>
                </a:ext>
              </a:extLst>
            </p:cNvPr>
            <p:cNvCxnSpPr/>
            <p:nvPr/>
          </p:nvCxnSpPr>
          <p:spPr>
            <a:xfrm>
              <a:off x="6778669" y="3144033"/>
              <a:ext cx="0" cy="6388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BB109-733E-5636-B082-6021A055DBCF}"/>
                </a:ext>
              </a:extLst>
            </p:cNvPr>
            <p:cNvCxnSpPr/>
            <p:nvPr/>
          </p:nvCxnSpPr>
          <p:spPr>
            <a:xfrm>
              <a:off x="7432110" y="3109586"/>
              <a:ext cx="0" cy="6388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F558DB-71C5-76AD-AAB6-761FEF6DEDC1}"/>
                </a:ext>
              </a:extLst>
            </p:cNvPr>
            <p:cNvSpPr txBox="1"/>
            <p:nvPr/>
          </p:nvSpPr>
          <p:spPr>
            <a:xfrm>
              <a:off x="3725516" y="387144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b="1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6E64D7-C06D-A56E-268F-0850A3F4757A}"/>
                </a:ext>
              </a:extLst>
            </p:cNvPr>
            <p:cNvSpPr txBox="1"/>
            <p:nvPr/>
          </p:nvSpPr>
          <p:spPr>
            <a:xfrm>
              <a:off x="6412222" y="3847287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b="1" dirty="0"/>
                <a:t>46.2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FB130B-8394-FE63-6846-2D67539D1451}"/>
                </a:ext>
              </a:extLst>
            </p:cNvPr>
            <p:cNvSpPr txBox="1"/>
            <p:nvPr/>
          </p:nvSpPr>
          <p:spPr>
            <a:xfrm>
              <a:off x="7195219" y="3846389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b="1" dirty="0"/>
                <a:t>55.7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8B23D9FE-94F7-B3C4-584B-8FFEE3336F10}"/>
                </a:ext>
              </a:extLst>
            </p:cNvPr>
            <p:cNvSpPr/>
            <p:nvPr/>
          </p:nvSpPr>
          <p:spPr>
            <a:xfrm rot="5400000">
              <a:off x="6909798" y="2420410"/>
              <a:ext cx="377922" cy="666701"/>
            </a:xfrm>
            <a:prstGeom prst="leftBrac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9A4D89-F527-C886-DA55-B9C240B12572}"/>
                </a:ext>
              </a:extLst>
            </p:cNvPr>
            <p:cNvSpPr txBox="1"/>
            <p:nvPr/>
          </p:nvSpPr>
          <p:spPr>
            <a:xfrm>
              <a:off x="6624911" y="2191483"/>
              <a:ext cx="947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dirty="0"/>
                <a:t>9.5cm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F3FB89-2C3C-161A-6E72-E85680BCC125}"/>
                </a:ext>
              </a:extLst>
            </p:cNvPr>
            <p:cNvSpPr txBox="1"/>
            <p:nvPr/>
          </p:nvSpPr>
          <p:spPr>
            <a:xfrm>
              <a:off x="8766710" y="3430897"/>
              <a:ext cx="5597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dirty="0"/>
                <a:t>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93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HERNAN DAVID SALINAS JIMENEZ</dc:creator>
  <cp:lastModifiedBy>HERNAN DAVID SALINAS JIMENEZ</cp:lastModifiedBy>
  <cp:revision>3</cp:revision>
  <dcterms:created xsi:type="dcterms:W3CDTF">2024-08-06T15:54:45Z</dcterms:created>
  <dcterms:modified xsi:type="dcterms:W3CDTF">2024-08-06T16:15:14Z</dcterms:modified>
</cp:coreProperties>
</file>