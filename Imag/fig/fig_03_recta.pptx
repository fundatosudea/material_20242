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55.0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8.8cm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2</cp:revision>
  <dcterms:created xsi:type="dcterms:W3CDTF">2024-08-06T15:54:45Z</dcterms:created>
  <dcterms:modified xsi:type="dcterms:W3CDTF">2024-08-06T16:05:02Z</dcterms:modified>
</cp:coreProperties>
</file>